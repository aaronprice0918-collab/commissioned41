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74320"/>
            <a:ext cx="4206240" cy="4206240"/>
          </a:xfrm>
          <a:prstGeom prst="ellipse">
            <a:avLst/>
          </a:prstGeom>
          <a:solidFill>
            <a:srgbClr val="16213D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731520"/>
            <a:ext cx="3291840" cy="3291840"/>
          </a:xfrm>
          <a:prstGeom prst="ellipse">
            <a:avLst/>
          </a:prstGeom>
          <a:solidFill>
            <a:srgbClr val="1B2C52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1188720"/>
            <a:ext cx="2377440" cy="2377440"/>
          </a:xfrm>
          <a:prstGeom prst="ellipse">
            <a:avLst/>
          </a:prstGeom>
          <a:solidFill>
            <a:srgbClr val="203A6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1645920"/>
            <a:ext cx="1463040" cy="146304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8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Ila.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Performance Companion — always watching the floor,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ready with what to do next.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Guide to Getting Started with Ila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Ila?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 is not an app you have to remember to open.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a teammate built into your day — quietly reading what's happening across your leads and deals, and stepping in with exactly what you should do next.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her less like software and more like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coach on your team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who never clocks out, never forgets a follow-up, and always has an opinion worth hearing.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69480" y="1627632"/>
            <a:ext cx="566928" cy="566928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8850" y="1707002"/>
            <a:ext cx="408188" cy="408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536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Watching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01000" y="19019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reads the whole floor in real time — leads, deals, and deadlines.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40880" y="2999232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69480" y="3255264"/>
            <a:ext cx="566928" cy="566928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850" y="3334634"/>
            <a:ext cx="408188" cy="4081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01000" y="31638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Thinking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001000" y="352958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background, she's constantly asking, "What matters most right now?"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040880" y="4626864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69480" y="4882896"/>
            <a:ext cx="566928" cy="566928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850" y="4962266"/>
            <a:ext cx="408188" cy="4081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01000" y="47914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Call, Anytime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001000" y="51572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Summon her like you would a teammate — she answers in plain English.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Ila Do?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Ila works alongside you every day.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38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19056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146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your day with one plain-English priority — the single thing to focus on first.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3938" y="1600200"/>
            <a:ext cx="34238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2538" y="1828800"/>
            <a:ext cx="548640" cy="54864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19056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2538" y="25146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Health Check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2538" y="28346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lead Hot to Cold and flags the ones that need attention now.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27797" y="1600200"/>
            <a:ext cx="34238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6397" y="1828800"/>
            <a:ext cx="548640" cy="54864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206" y="19056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6397" y="25146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Follow-Ups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6397" y="28346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personalized text or email for any customer, ready to send in one tap.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794760"/>
            <a:ext cx="34238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90" y="410017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70916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Ila Anything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68680" y="502920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talk to her about any deal and get a straight, useful answer.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3938" y="3794760"/>
            <a:ext cx="34238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2538" y="4023360"/>
            <a:ext cx="548640" cy="54864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348" y="410017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2538" y="470916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Recap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2538" y="502920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nightly summary of the wins, what to fix, and tomorrow's plan.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27797" y="3794760"/>
            <a:ext cx="342381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6397" y="4023360"/>
            <a:ext cx="548640" cy="54864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206" y="4100170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6397" y="470916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Paperwork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6397" y="502920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 rate sheet or snap a photo of an ID — she reads it and fills in the details.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Day, Bookended by Ila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briefings — one to start your day, one to close it 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0555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 and Ila has already read the floor overnight. You get one plain-English status line and a single "Do this next" action — no digging through reports.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leads to work today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42336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on the books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" y="458114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sitting in the desk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492861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overdue or at risk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169164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1965960"/>
            <a:ext cx="640080" cy="64008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1" y="2055571"/>
            <a:ext cx="460858" cy="4608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0664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Recap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83680" y="26974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night, Ila writes up how the day went and lands it in your inbox automatically — so you walk in tomorrow already knowing where things stand.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83680" y="3886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stand today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83680" y="42336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highlights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83680" y="458114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fixing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83680" y="492861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plan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Ila on Every Deal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her panel on any lead to get three things instantly.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685800" cy="68580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125980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3101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Hot-to-Cold score on the customer, plus a plain-English summary of the risks and what's driving them.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029968"/>
            <a:ext cx="685800" cy="68580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2125980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Draft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3101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ready-to-send, personalized text or email for that exact customer — copy it in one tap.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2029968"/>
            <a:ext cx="685800" cy="68580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32" y="2125980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Ila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03920" y="33101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talk it out: "What objections should I expect?" or "How do I close this today?" — she answers on the spot.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know:  </a:t>
            </a:r>
            <a:pPr indent="0" marL="0">
              <a:buNone/>
            </a:pPr>
            <a:r>
              <a:rPr lang="en-US" sz="13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 has a voice, too — talk to her out loud, and she'll talk right back.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Ila Handles the Paperwork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typing, fewer mistakes — she reads it so you don't have 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658368" cy="658368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292" y="210385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84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&amp; Rebates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this month's rate sheet, rebates, or residuals as a PDF. Ila reads it, pulls out the numbers, and is ready to quote from it — no manual entry.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2578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11680"/>
            <a:ext cx="658368" cy="658368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852" y="2103852"/>
            <a:ext cx="474025" cy="474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084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 Insurance Scan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 of a driver's license or insurance card and Ila reads it automatically — customer and insurance fields fill themselves in.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with Ila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and you're already working alongside 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96112" y="2743200"/>
            <a:ext cx="640080" cy="64008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83281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66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“Ila” panel on your dashboard and on every lead — that's her.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18745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75888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730752" y="2743200"/>
            <a:ext cx="640080" cy="64008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363" y="283281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3566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Her Brief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703320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one “Do this next” action she gives you each morning.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09360" y="18745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10528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565392" y="2743200"/>
            <a:ext cx="640080" cy="64008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003" y="283281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3566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Deal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537960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her panel for a health check, a next move, or a ready-to-send message.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44000" y="18745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345168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400032" y="2743200"/>
            <a:ext cx="640080" cy="640080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643" y="2832811"/>
            <a:ext cx="460858" cy="46085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72600" y="3566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372600" y="41148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talk to her like a teammate — she'll answer in plain English.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Most Out of Ila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709928"/>
            <a:ext cx="566928" cy="566928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482" y="1789298"/>
            <a:ext cx="408188" cy="408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“Do This Next”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645920" y="19842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built from everything happening on the floor right now, not a guess.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73952" y="1709928"/>
            <a:ext cx="566928" cy="566928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322" y="1789298"/>
            <a:ext cx="408188" cy="4081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Her Your Documents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223760" y="19842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rate sheets and paperwork she reads, the sharper her quotes get.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20040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96112" y="3493008"/>
            <a:ext cx="566928" cy="566928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482" y="3572378"/>
            <a:ext cx="408188" cy="4081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Her Out Loud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645920" y="37673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listens and talks back — no typing required when your hands are full.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320040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122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73952" y="3493008"/>
            <a:ext cx="566928" cy="566928"/>
          </a:xfrm>
          <a:prstGeom prst="ellipse">
            <a:avLst/>
          </a:prstGeom>
          <a:solidFill>
            <a:srgbClr val="2E6B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322" y="3572378"/>
            <a:ext cx="408188" cy="4081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Her Nightly Recap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223760" y="37673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seconds each evening tells you exactly where you stand.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"/>
            <a:ext cx="2377440" cy="2377440"/>
          </a:xfrm>
          <a:prstGeom prst="ellipse">
            <a:avLst/>
          </a:prstGeom>
          <a:solidFill>
            <a:srgbClr val="16213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91440"/>
            <a:ext cx="1828800" cy="1828800"/>
          </a:xfrm>
          <a:prstGeom prst="ellipse">
            <a:avLst/>
          </a:prstGeom>
          <a:solidFill>
            <a:srgbClr val="1B2C52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365760"/>
            <a:ext cx="1280160" cy="1280160"/>
          </a:xfrm>
          <a:prstGeom prst="ellipse">
            <a:avLst/>
          </a:prstGeom>
          <a:solidFill>
            <a:srgbClr val="203A6B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640080"/>
            <a:ext cx="731520" cy="731520"/>
          </a:xfrm>
          <a:prstGeom prst="ellipse">
            <a:avLst/>
          </a:prstGeom>
          <a:solidFill>
            <a:srgbClr val="2E6B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She's already watching the floor.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FB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say hello.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 — Your AI Performance Companion, from Virtual.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Ila</dc:title>
  <dc:subject>PptxGenJS Presentation</dc:subject>
  <dc:creator>Virtual</dc:creator>
  <cp:lastModifiedBy>Virtual</cp:lastModifiedBy>
  <cp:revision>1</cp:revision>
  <dcterms:created xsi:type="dcterms:W3CDTF">2026-07-04T01:24:42Z</dcterms:created>
  <dcterms:modified xsi:type="dcterms:W3CDTF">2026-07-04T01:24:42Z</dcterms:modified>
</cp:coreProperties>
</file>